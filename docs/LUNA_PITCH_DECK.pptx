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058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</a:rPr>
              <a:t>Luna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Private local AI operating layer for the desktop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8368" y="512064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</a:rPr>
              <a:t>Local intelligence · Safe automation · Artifact generation · Privacy proof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0" y="1097280"/>
            <a:ext cx="2011680" cy="2011680"/>
          </a:xfrm>
          <a:prstGeom prst="arc">
            <a:avLst/>
          </a:prstGeom>
          <a:noFill/>
          <a:ln w="12700">
            <a:solidFill>
              <a:srgbClr val="8B5CF6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0" y="1463040"/>
            <a:ext cx="1280160" cy="1280160"/>
          </a:xfrm>
          <a:prstGeom prst="arc">
            <a:avLst/>
          </a:prstGeom>
          <a:noFill/>
          <a:ln w="12700">
            <a:solidFill>
              <a:srgbClr val="06B6D4">
                <a:alpha val="8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Most AI assistants are cloud chatboxes, not private desktop teammates.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Cloud assistants create privacy and trust concerns.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Chat-only assistants do not create durable outputs or safely act on files.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Desktop automation is scary without previews, permissions and undo.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Local AI demos often fail when models are missing or too slow.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Luna is a local AI layer that can observe, understand, act, explain and remember.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Runs with local Ollama models where available, with transparent fallback mode.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Uses attachments, Knowledge Vault and Memory to understand local context.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Executes useful missions and exports real files: PDF, DOCX, PPTX, HTML, CSV, JSON, ICS and ZIP.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Shows privacy proof through network counters, audit logs, Trust Center and data export.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Flagship Demo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One guided presenter path covers the entire product.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AI Demo Presenter narrates and switches tabs automatically.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Job Mission creates report, cover letter and ZIP package.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Artifact Studio creates PPTX, PDF, HTML, Markdown and ZIP.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Automation previews, executes and fully undoes file organization.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270248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416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16152" y="4389120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Trust Center shows audit log, SQLite status, export and reset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What makes Luna hard to dismiss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Proof moments, not just feature claims.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External request counter makes local-first claim visible.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Resource/model inspector shows local compute and fallback resilience.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Mission replay explains what Luna did and which files it touched.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Full undo makes desktop automation safer than normal AI agents.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4270248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416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16152" y="4389120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Trust export gives users their local data, audit log and database.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Feature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Luna is not only features; it can create reusable workflows.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Luna Skill Creator turns plain English into safe schema-based local skills.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Command Router maps natural language to missions, vault, lens, skills, automation and model tools.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Mission Hub includes Meeting Notes, Invoice, Study Pack and Codebase Explainer workflows.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Unified Attachments feed Job Mission, Artifact Studio, Vault and summaries.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Electron + React + local AI + local storage.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Electron main process handles tools, filesystem, model calls, audit logs and exports.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React renderer provides Command, Voice, Missions, Vault, Lens, Automation, Trust and Settings UI.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Ollama powers chat and embeddings when installed; fallback keeps demo usable without setup.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SQLite stores audit, memory, vault, skills and settings metadata with JSON export compatibility.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Privacy and Safety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Privacy is not a label; it is inspectable.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Every major action logs category, action, target, detail and risk.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Trust Center shows external requests, file/action events, model status and database tables.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Users can export trust data or reset local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Screen context is bounded and user-triggered; no silent continuous recording.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Why Luna wins as a prototype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It works as a product story and as a technical demo.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636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16152" y="1536192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Obvious wow: orb, voice, AI presenter, command palette, generated decks and reports.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130552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7685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6152" y="2249424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Depth: retrieval, memory, model inspector, audit logs, SQLite, undo manifests.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843784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99008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16152" y="2962656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Reliability: fallback paths, seeded demo data, reset state and guided showcase.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557016"/>
            <a:ext cx="10424160" cy="502920"/>
          </a:xfrm>
          <a:prstGeom prst="roundRect">
            <a:avLst>
              <a:gd name="adj" fmla="val 909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703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16152" y="3675888"/>
            <a:ext cx="964692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Extensibility: Skill Creator and mission templates absorb competitor-style feature surprises.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Closing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Luna turns a computer into a private AI-managed workspace.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21031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</a:rPr>
              <a:t>Not another chatbot. A local AI operating layer that understands context, creates artifacts, automates safely, explains every action, and keeps the user in control.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Generated locally as part of the Luna submission kit.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Luna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 Pitch Deck</dc:title>
  <dc:subject>Local AI Desktop Operating Layer</dc:subject>
  <dc:creator>Luna</dc:creator>
  <cp:lastModifiedBy>Luna</cp:lastModifiedBy>
  <cp:revision>1</cp:revision>
  <dcterms:created xsi:type="dcterms:W3CDTF">2026-07-04T06:31:04Z</dcterms:created>
  <dcterms:modified xsi:type="dcterms:W3CDTF">2026-07-04T06:31:04Z</dcterms:modified>
</cp:coreProperties>
</file>